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Автомобильный тягач — основа современной логистики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Классификация, устройство, ключевые характеристики и примеры техники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[Ваше имя / курс / группа]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тягач?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понятия: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тягач не имеет грузовой платформы (кузова), его главная задача — создание тягового усилия.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Автопоезд: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тягач + полуприцеп/прицеп вместе образуют автопоезд (в быту часто называют «фурой»).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преимущество: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универсальность — один тягач может поочерёдно работать со шторным, рефрижераторным, контейнеровозным или самосвальным полуприцепом.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виды тягачей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Седельные тягачи: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массовый тип. Сцепка с полуприцепом — через седельно-сцепное устройство («седло») на раме. Пример: КАМАЗ-54901, Ford F-MAX.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Балластные тягачи: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с тяжёлыми и крупногабаритными прицепами (балласт увеличивает вес и сцепление с дорогой).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Карьерные и внедорожные: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в тяжёлых условиях шахт, строек и карьеров.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Аэродромные тягачи: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спецтехника для буксировки самолётов.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технические характеристики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Колёсная формула: </a:t>
            </a:r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4×2 — двухосная классика для стандартных магистральных перевозок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6×4 — трёхосная конфигурация для тяжёлых грузов и сложных дорог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Двигатель и крутящий момент: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крутящий момент (например, 2500 Нм у Ford F-MAX) важнее чистой мощности для тяги тяжёлого автопоезда.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Экологический класс: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Евро-5, Евро-6 и выше.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Коробка передач: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модели перешли на автоматизированные трансмиссии для экономии топлива.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седельного тягача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Кабина: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место и «дом» водителя в дальних рейсах (высокие кабины с двумя спальными местами, климат-контролем, мониторингом усталости).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Седельно-сцепное устройство (ССУ):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шкворнево-седельный механизм быстрой сцепки.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Рама и подвеска: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усиленный лонжерон рамы, пневматическая задняя подвеска для плавности хода и сохранности груза.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современных моделей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сегмент: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КАМАЗ-54901 — флагманский магистральный тягач нового поколения с цифровыми системами помощи водителю.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Иностранные бренды: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F-MAX (мощный двигатель Ecotorq 12,7 л на 500 л.с.), китайские производители семейства Dongfeng GX, европейские MAN TGX, DAF и IVECO.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и выводы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Автомобильный тягач — ядро современной цепи поставок и межрегиональной торговли.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тренд развития: цифровизация, рост комфорта водителя, повышение топливной эффективности и переход на экологичные двигатели.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обсуждение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Автомобильный тягач</dc:title>
  <dc:subject>PptxGenJS Presentation</dc:subject>
  <dc:creator>PptxGenJS</dc:creator>
  <cp:lastModifiedBy>PptxGenJS</cp:lastModifiedBy>
  <cp:revision>1</cp:revision>
  <dcterms:created xsi:type="dcterms:W3CDTF">2026-10-28T07:39:55Z</dcterms:created>
  <dcterms:modified xsi:type="dcterms:W3CDTF">2026-10-28T07:39:55Z</dcterms:modified>
</cp:coreProperties>
</file>